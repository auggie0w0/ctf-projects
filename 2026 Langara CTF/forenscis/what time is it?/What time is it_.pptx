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f328a042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f328a042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f328a042b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f328a042b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time is it?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:(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9551" y="0"/>
            <a:ext cx="2324898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bruh…</a:t>
            </a: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374332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